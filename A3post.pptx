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r>
              <a:t>EXAM PREPARATION APP WITH ADAPTIVE QUIZZES</a:t>
            </a:r>
          </a:p>
          <a:p>
            <a:r>
              <a:t>Team ID: —  |  Section: —  |  Members: Konda Vaishali – 2520030117, P. Bindhu Madhavi – 2520030077, Nava Harsha – 2520030493  |  Guide: Dr.Spandana</a:t>
            </a:r>
          </a:p>
          <a:p>
            <a:r>
              <a:t>Database Systems Engineering and Distributed Backend Development (25CS1302E)  |  KLH Bachupally Campus, CSE  |  PBL 2026-27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1050">
                <a:latin typeface="Aptos"/>
              </a:defRPr>
            </a:pPr>
            <a:r>
              <a:t>•  Android-based exam-preparation app providing personalized quizzes. Item Response Theory (IRT) dynamically adjusts question difficulty using learner responses and estimated ability.</a:t>
            </a:r>
            <a:endParaRPr lang="en-US" sz="1550" dirty="0"/>
          </a:p>
          <a:p>
            <a:pPr>
              <a:spcAft>
                <a:spcPts val="150"/>
              </a:spcAft>
              <a:defRPr sz="1050">
                <a:latin typeface="Aptos"/>
              </a:defRPr>
            </a:pPr>
            <a:r>
              <a:t>•  Includes question bank management, adaptive quizzes, performance analytics, weak-topic detection, mock tests, peer ranking, Room Database and Firebase.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1090">
                <a:latin typeface="Aptos"/>
              </a:defRPr>
            </a:pPr>
            <a:r>
              <a:t>•  Problem: Traditional exam-preparation applications provide the same questions to all learners without considering individual knowledge level and performance, leading to inefficient learning and reduced personalization.</a:t>
            </a:r>
            <a:endParaRPr lang="en-US" sz="1550" dirty="0"/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Objective 1: Develop an AI-based adaptive quiz system using IRT.</a:t>
            </a:r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Objective 2: Provide personalized and efficient exam preparation.</a:t>
            </a:r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Objective 3: Maintain a structured question bank and database.</a:t>
            </a:r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Scope: Question bank, adaptive quizzes, performance analytics, weak-topic detection, mock tests and peer ranking for Android learners.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  <a:defRPr sz="930" b="1"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  <a:defRPr sz="930" b="1"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  <a:defRPr sz="930" b="1"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Adaptive questions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Same questions for all learners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IRT-based questions tailored to learner ability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Practice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General practice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Subject-wise practice + weak-topic detection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Assessment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Limited personalization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Adaptive quizzes + scheduled mock tests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Analytics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Basic / non-personalized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Performance, accuracy and learning-pattern tracking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Gap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No individual adaptation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Adaptive engine + personalized recommendations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1080">
                <a:latin typeface="Aptos"/>
              </a:defRPr>
            </a:pPr>
            <a:r>
              <a:t>•  Technical: Android Studio, Kotlin, Android SDK, Jetpack Compose, Room Database, Firebase and SQL operations are used.</a:t>
            </a:r>
            <a:endParaRPr lang="en-US" sz="1550" dirty="0"/>
          </a:p>
          <a:p>
            <a:pPr>
              <a:spcAft>
                <a:spcPts val="150"/>
              </a:spcAft>
              <a:defRPr sz="1080">
                <a:latin typeface="Aptos"/>
              </a:defRPr>
            </a:pPr>
            <a:r>
              <a:t>•  Economic: Uses an open-source development stack and cloud-based Firebase services; no paid infrastructure is specified in the source poster.</a:t>
            </a:r>
          </a:p>
          <a:p>
            <a:pPr>
              <a:spcAft>
                <a:spcPts val="150"/>
              </a:spcAft>
              <a:defRPr sz="1080">
                <a:latin typeface="Aptos"/>
              </a:defRPr>
            </a:pPr>
            <a:r>
              <a:t>•  Operational: User-friendly Android interface with personalized quizzes, analytics, weak-topic detection and mock tests.</a:t>
            </a:r>
          </a:p>
          <a:p>
            <a:pPr>
              <a:spcAft>
                <a:spcPts val="150"/>
              </a:spcAft>
              <a:defRPr sz="1080">
                <a:latin typeface="Aptos"/>
              </a:defRPr>
            </a:pPr>
            <a:r>
              <a:t>•  Schedule: Designed as a PBL 2026–27 project with implementation, testing and future expansion planned.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969">
                <a:latin typeface="Aptos"/>
              </a:defRPr>
            </a:pPr>
            <a:r>
              <a:t>•  Android Studio — development environment</a:t>
            </a:r>
            <a:endParaRPr lang="en-US" sz="1550" dirty="0"/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Kotlin — programming language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Android SDK — application components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Jetpack Compose — UI design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Room Database — local storage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Firebase — cloud storage &amp; authentication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SQL — database operations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Item Response Theory (IRT) — adaptive learning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Git &amp; GitHub — version control; Postman — API testing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860">
                <a:latin typeface="Aptos"/>
              </a:defRPr>
            </a:pPr>
            <a:r>
              <a:t>•  Adaptive quizzes successfully implemented using Item Response Theory (IRT).</a:t>
            </a:r>
            <a:endParaRPr lang="en-US" sz="1550" dirty="0"/>
          </a:p>
          <a:p>
            <a:pPr>
              <a:spcAft>
                <a:spcPts val="150"/>
              </a:spcAft>
              <a:defRPr sz="860">
                <a:latin typeface="Aptos"/>
              </a:defRPr>
            </a:pPr>
            <a:r>
              <a:t>•  Accurate assessment of learner performance and knowledge level.</a:t>
            </a:r>
          </a:p>
          <a:p>
            <a:pPr>
              <a:spcAft>
                <a:spcPts val="150"/>
              </a:spcAft>
              <a:defRPr sz="860">
                <a:latin typeface="Aptos"/>
              </a:defRPr>
            </a:pPr>
            <a:r>
              <a:t>•  Weak-topic detection enables personalized practice.</a:t>
            </a:r>
          </a:p>
          <a:p>
            <a:pPr>
              <a:spcAft>
                <a:spcPts val="150"/>
              </a:spcAft>
              <a:defRPr sz="860">
                <a:latin typeface="Aptos"/>
              </a:defRPr>
            </a:pPr>
            <a:r>
              <a:t>•  Reliable database operations using Room, SQL and Firebase; indexing and query optimization are included.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919">
                <a:latin typeface="Aptos"/>
              </a:defRPr>
            </a:pPr>
            <a:r>
              <a:t>•  The project delivers an Android-based personalized exam-preparation application with adaptive quizzes, analytics, mock tests and peer comparison.</a:t>
            </a:r>
            <a:endParaRPr lang="en-US" sz="1550" dirty="0"/>
          </a:p>
          <a:p>
            <a:pPr>
              <a:spcAft>
                <a:spcPts val="150"/>
              </a:spcAft>
              <a:defRPr sz="919">
                <a:latin typeface="Aptos"/>
              </a:defRPr>
            </a:pPr>
            <a:r>
              <a:t>•  It addresses the stated objectives through IRT-based adaptation, structured question management and performance tracking.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810">
                <a:latin typeface="Aptos"/>
              </a:defRPr>
            </a:pPr>
            <a:r>
              <a:t>•  Support more subjects and competitive examinations.</a:t>
            </a:r>
            <a:endParaRPr lang="en-US" sz="1550" dirty="0"/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Integrate advanced AI/ML techniques for enhanced adaptivity.</a:t>
            </a:r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Improve recommendation systems using learning patterns.</a:t>
            </a:r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Expand to web for wider accessibility and add gamification.</a:t>
            </a:r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Enhanced analytics, collaborative learning and larger-scale cloud deployment.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indent="0" marL="0">
              <a:spcAft>
                <a:spcPts val="150"/>
              </a:spcAft>
              <a:buNone/>
              <a:defRPr sz="819">
                <a:latin typeface="Aptos"/>
              </a:defRPr>
            </a:pPr>
            <a:pPr indent="0" marL="0">
              <a:buNone/>
            </a:pPr>
            <a:r>
              <a:t>References: [1] Project poster supplied by the team  [2] Technologies listed in the project poster (Android Studio, Kotlin, Room, Firebase, IRT)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800"/>
            </a:pPr>
            <a:r>
              <a:t>GitHub</a:t>
            </a:r>
            <a:br/>
            <a:r>
              <a:t>QR not provided</a:t>
            </a:r>
            <a:endParaRPr lang="en-US" sz="900" dirty="0"/>
          </a:p>
        </p:txBody>
      </p:sp>
      <p:pic>
        <p:nvPicPr>
          <p:cNvPr id="47" name="Picture 4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84048"/>
            <a:ext cx="1225296" cy="48463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788152" y="519379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User Interaction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95744" y="519379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Adaptive Quiz</a:t>
            </a:r>
            <a:br/>
            <a:r>
              <a:t>Engine (IRT)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03336" y="519379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Database Layer</a:t>
            </a:r>
            <a:br/>
            <a:r>
              <a:t>Room + Firebase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95744" y="629107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Analytics / Weak</a:t>
            </a:r>
            <a:br/>
            <a:r>
              <a:t>Topic Detection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03336" y="629107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Mock Test +</a:t>
            </a:r>
            <a:br/>
            <a:r>
              <a:t>Peer Ranking</a:t>
            </a:r>
          </a:p>
        </p:txBody>
      </p:sp>
      <p:sp>
        <p:nvSpPr>
          <p:cNvPr id="53" name="Chevron 52"/>
          <p:cNvSpPr/>
          <p:nvPr/>
        </p:nvSpPr>
        <p:spPr>
          <a:xfrm>
            <a:off x="6976872" y="5404104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8284464" y="5404104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evron 54"/>
          <p:cNvSpPr/>
          <p:nvPr/>
        </p:nvSpPr>
        <p:spPr>
          <a:xfrm>
            <a:off x="6976872" y="6382512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evron 55"/>
          <p:cNvSpPr/>
          <p:nvPr/>
        </p:nvSpPr>
        <p:spPr>
          <a:xfrm>
            <a:off x="8284464" y="6382512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06440" y="7973568"/>
            <a:ext cx="418795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10" b="1">
                <a:solidFill>
                  <a:srgbClr val="502D19"/>
                </a:solidFill>
                <a:latin typeface="Aptos"/>
              </a:defRPr>
            </a:pPr>
            <a:r>
              <a:t>Database design represented in the source poster: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Room Database for local storage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Firebase for cloud storage &amp; authentication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SQL operations, ACID transactions, indexing and query optimization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Entity-level ER diagram was not provided in the source poster.</a:t>
            </a:r>
          </a:p>
        </p:txBody>
      </p:sp>
      <p:pic>
        <p:nvPicPr>
          <p:cNvPr id="58" name="Picture 57" descr="image.jpg"/>
          <p:cNvPicPr>
            <a:picLocks noChangeAspect="1"/>
          </p:cNvPicPr>
          <p:nvPr/>
        </p:nvPicPr>
        <p:blipFill>
          <a:blip r:embed="rId6"/>
          <a:srcRect l="16052" r="16052"/>
          <a:stretch>
            <a:fillRect/>
          </a:stretch>
        </p:blipFill>
        <p:spPr>
          <a:xfrm>
            <a:off x="5621274" y="10515600"/>
            <a:ext cx="2216277" cy="1783080"/>
          </a:xfrm>
          <a:prstGeom prst="rect">
            <a:avLst/>
          </a:prstGeom>
        </p:spPr>
      </p:pic>
      <p:pic>
        <p:nvPicPr>
          <p:cNvPr id="59" name="Picture 58" descr="image.jpg"/>
          <p:cNvPicPr>
            <a:picLocks noChangeAspect="1"/>
          </p:cNvPicPr>
          <p:nvPr/>
        </p:nvPicPr>
        <p:blipFill>
          <a:blip r:embed="rId7"/>
          <a:srcRect t="7529" b="7529"/>
          <a:stretch>
            <a:fillRect/>
          </a:stretch>
        </p:blipFill>
        <p:spPr>
          <a:xfrm>
            <a:off x="7974711" y="10515600"/>
            <a:ext cx="2216277" cy="1783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